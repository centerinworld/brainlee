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fe417fd5494861" /><Relationship Type="http://schemas.openxmlformats.org/officeDocument/2006/relationships/extended-properties" Target="/docProps/app.xml" Id="Ra819fe58ac1c4dc2" /><Relationship Type="http://schemas.openxmlformats.org/officeDocument/2006/relationships/officeDocument" Target="/ppt/presentation.xml" Id="R65293e1888eb4c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e09c83e423439b"/>
  </p:sldMasterIdLst>
  <p:notesMasterIdLst>
    <p:notesMasterId xmlns:r="http://schemas.openxmlformats.org/officeDocument/2006/relationships" r:id="Rfc88fb8bb86f4f6c"/>
  </p:notesMasterIdLst>
  <p:sldIdLst>
    <p:sldId xmlns:r="http://schemas.openxmlformats.org/officeDocument/2006/relationships" id="256" r:id="R97d643a3731c400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73d4c60e2940a6" /><Relationship Type="http://schemas.openxmlformats.org/officeDocument/2006/relationships/slideMaster" Target="/ppt/slideMasters/slideMaster1.xml" Id="R35e09c83e423439b" /><Relationship Type="http://schemas.openxmlformats.org/officeDocument/2006/relationships/notesMaster" Target="/ppt/notesMasters/notesMaster1.xml" Id="Rfc88fb8bb86f4f6c" /><Relationship Type="http://schemas.openxmlformats.org/officeDocument/2006/relationships/presProps" Target="/ppt/presProps.xml" Id="R1b3cf745c5b544fd" /><Relationship Type="http://schemas.openxmlformats.org/officeDocument/2006/relationships/viewProps" Target="/ppt/viewProps.xml" Id="R1627e4972163427e" /><Relationship Type="http://schemas.openxmlformats.org/officeDocument/2006/relationships/tableStyles" Target="/ppt/tableStyles.xml" Id="R2ef577b871764478" /><Relationship Type="http://schemas.openxmlformats.org/officeDocument/2006/relationships/slide" Target="/ppt/slides/slide1.xml" Id="R97d643a3731c40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8f3e97c3a04c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281c488ab34c81" /><Relationship Type="http://schemas.openxmlformats.org/officeDocument/2006/relationships/notesMaster" Target="/ppt/notesMasters/notesMaster1.xml" Id="Rbe34c98112084a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0909803ac4a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0013fea5ff4ba3" /><Relationship Type="http://schemas.openxmlformats.org/officeDocument/2006/relationships/slideLayout" Target="/ppt/slideLayouts/slideLayout1.xml" Id="R4f6dab134bb845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6dab134bb845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c2a4fe45b447f" /><Relationship Type="http://schemas.openxmlformats.org/officeDocument/2006/relationships/notesSlide" Target="/ppt/notesSlides/notesSlide1.xml" Id="Rd159f07b4ddb4bc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591C76-01DC-4936-9308-3A7E34D3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78639-1034-40AE-8064-CA983EE7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88582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B1F4A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6B08F-94DF-4E88-94CA-B8945E55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F8A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02F67-8F2F-48EE-8E51-57A6162C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8572500" y="66675"/>
            <a:ext cx="619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A0"/>
          </a:solidFill>
          <a:ln xmlns:a="http://schemas.openxmlformats.org/drawingml/2006/main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E1B11-30BD-40C1-BB90-9851BD75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8782050" y="1143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77FBC-F928-4108-A8D8-74F7E8FD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20000">
            <a:off x="9001125" y="13335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8DD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91996-DC0B-4740-B2A6-9D7A2CDC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20000">
            <a:off x="9210675" y="1333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3CA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A8080-9DC9-4B8C-9882-D9EFE528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20000">
            <a:off x="9334500" y="13335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3CA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5B490-A590-4DD0-8892-B9988238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19150"/>
            <a:ext cx="1184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C82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C1F01-A1BD-4FDA-BE26-25EBCE19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90600"/>
            <a:ext cx="11772900" cy="5676900"/>
          </a:xfrm>
          <a:prstGeom xmlns:a="http://schemas.openxmlformats.org/drawingml/2006/main" prst="roundRect">
            <a:avLst>
              <a:gd name="adj" fmla="val 13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8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5D294-A01B-436A-B010-7F5842DB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20000">
            <a:off x="9963150" y="171450"/>
            <a:ext cx="9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4BA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1D96E-ACCE-409D-9278-3A4C0D5B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480000">
            <a:off x="10134600" y="9525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9CA4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F4E58B-A3E6-472B-8077-2269BC79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480000">
            <a:off x="10306050" y="180975"/>
            <a:ext cx="9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B4BA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D54AF-08CC-4A73-AA34-F31E8F94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1430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 i="1">
                <a:solidFill>
                  <a:srgbClr val="0B1F4A"/>
                </a:solidFill>
                <a:latin typeface="Arial"/>
                <a:ea typeface="Arial"/>
                <a:cs typeface="Arial"/>
              </a:defRPr>
            </a:pPr>
            <a:r>
              <a:rPr sz="1500" b="1" i="1">
                <a:solidFill>
                  <a:srgbClr val="0B1F4A"/>
                </a:solidFill>
                <a:latin typeface="Arial"/>
                <a:ea typeface="Arial"/>
                <a:cs typeface="Arial"/>
              </a:rPr>
              <a:t>ONE TEAM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F4B743-CB41-4EB0-887A-02CAD43A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242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 i="1">
                <a:solidFill>
                  <a:srgbClr val="8E1D2C"/>
                </a:solidFill>
                <a:latin typeface="Arial"/>
                <a:ea typeface="Arial"/>
                <a:cs typeface="Arial"/>
              </a:defRPr>
            </a:pPr>
            <a:r>
              <a:rPr sz="1425" b="1" i="1">
                <a:solidFill>
                  <a:srgbClr val="8E1D2C"/>
                </a:solidFill>
                <a:latin typeface="Arial"/>
                <a:ea typeface="Arial"/>
                <a:cs typeface="Arial"/>
              </a:rPr>
              <a:t>ONE KAI</a:t>
            </a:r>
          </a:p>
        </p:txBody>
      </p:sp>
    </p:spTree>
    <p:extLst>
      <p:ext uri="{BB962C8B-B14F-4D97-AF65-F5344CB8AC3E}">
        <p14:creationId xmlns:p14="http://schemas.microsoft.com/office/powerpoint/2010/main" val="1015281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2026-06-03T13:28:40.4000000Z</dcterms:created>
  <dcterms:modified xsi:type="dcterms:W3CDTF">2026-06-03T13:28:40.4000000Z</dcterms:modified>
</coreProperties>
</file>