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03fd18e0e54a3d" /><Relationship Type="http://schemas.openxmlformats.org/officeDocument/2006/relationships/extended-properties" Target="/docProps/app.xml" Id="R8d962365a9894755" /><Relationship Type="http://schemas.openxmlformats.org/officeDocument/2006/relationships/officeDocument" Target="/ppt/presentation.xml" Id="R5ed1626012f544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bfdd4744ee47d3"/>
  </p:sldMasterIdLst>
  <p:notesMasterIdLst>
    <p:notesMasterId xmlns:r="http://schemas.openxmlformats.org/officeDocument/2006/relationships" r:id="Radc9f36d36ba4c15"/>
  </p:notesMasterIdLst>
  <p:sldIdLst>
    <p:sldId xmlns:r="http://schemas.openxmlformats.org/officeDocument/2006/relationships" id="256" r:id="R452cac1033d34e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e979cc6c324ab4" /><Relationship Type="http://schemas.openxmlformats.org/officeDocument/2006/relationships/slideMaster" Target="/ppt/slideMasters/slideMaster1.xml" Id="R18bfdd4744ee47d3" /><Relationship Type="http://schemas.openxmlformats.org/officeDocument/2006/relationships/notesMaster" Target="/ppt/notesMasters/notesMaster1.xml" Id="Radc9f36d36ba4c15" /><Relationship Type="http://schemas.openxmlformats.org/officeDocument/2006/relationships/presProps" Target="/ppt/presProps.xml" Id="R3319fda0925c4a5a" /><Relationship Type="http://schemas.openxmlformats.org/officeDocument/2006/relationships/viewProps" Target="/ppt/viewProps.xml" Id="R2ed8de989da44d60" /><Relationship Type="http://schemas.openxmlformats.org/officeDocument/2006/relationships/tableStyles" Target="/ppt/tableStyles.xml" Id="R36c8925abb1a40d7" /><Relationship Type="http://schemas.openxmlformats.org/officeDocument/2006/relationships/slide" Target="/ppt/slides/slide1.xml" Id="R452cac1033d34e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a3b1d53f4d4c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83272891d24942" /><Relationship Type="http://schemas.openxmlformats.org/officeDocument/2006/relationships/notesMaster" Target="/ppt/notesMasters/notesMaster1.xml" Id="R1a0ea705e6d7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cfbb8920a47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367ce7e42f474b" /><Relationship Type="http://schemas.openxmlformats.org/officeDocument/2006/relationships/slideLayout" Target="/ppt/slideLayouts/slideLayout1.xml" Id="Reaa25562a9db43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a25562a9db43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47a1c302e4b89" /><Relationship Type="http://schemas.openxmlformats.org/officeDocument/2006/relationships/notesSlide" Target="/ppt/notesSlides/notesSlide1.xml" Id="Re006bab254f048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448ECB-1AA7-4E12-AD6D-767A1592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31963-6976-4D13-9DE5-7C053A13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8858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1F4A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484B6-57A7-476F-AB1E-7F37F3F8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F8A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56FE2-3130-44AE-8D16-8F6FD55F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8572500" y="66675"/>
            <a:ext cx="619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A0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3B17D-64E1-418F-972B-5A9D8BCB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8782050" y="1143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E452F-18A8-4C14-B602-52D33689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0000">
            <a:off x="9001125" y="1333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8DD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0FF5F-7570-4A77-8170-C5E2934B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0000">
            <a:off x="9210675" y="1333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3CA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C889A-7F2D-4A55-B7AA-5A42F29F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0000">
            <a:off x="9334500" y="1333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3CA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3495C-D4CC-4AF1-824A-9BBBEAB2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1184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C82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0493C-4787-4742-A5CF-A7F92C5A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90600"/>
            <a:ext cx="11772900" cy="5676900"/>
          </a:xfrm>
          <a:prstGeom xmlns:a="http://schemas.openxmlformats.org/drawingml/2006/main" prst="roundRect">
            <a:avLst>
              <a:gd name="adj" fmla="val 13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E7EE6-D7BC-4DCE-B4B4-7F561FFF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0000">
            <a:off x="9963150" y="1714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4BA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312B3-05F8-4B20-87BC-C082D4E3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480000">
            <a:off x="10134600" y="9525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9CA4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F4BE9-4B2D-4540-928F-A57CAC13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480000">
            <a:off x="10306050" y="180975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4BA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60B2C-C893-417C-BF28-5B84AEB5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143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1">
                <a:solidFill>
                  <a:srgbClr val="0B1F4A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0B1F4A"/>
                </a:solidFill>
                <a:latin typeface="Arial"/>
                <a:ea typeface="Arial"/>
                <a:cs typeface="Arial"/>
              </a:rPr>
              <a:t>ONE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060C8-4ACF-4FE5-AAE4-B57D4E6A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24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 i="1">
                <a:solidFill>
                  <a:srgbClr val="8E1D2C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8E1D2C"/>
                </a:solidFill>
                <a:latin typeface="Arial"/>
                <a:ea typeface="Arial"/>
                <a:cs typeface="Arial"/>
              </a:rPr>
              <a:t>ONE KAI</a:t>
            </a:r>
          </a:p>
        </p:txBody>
      </p:sp>
    </p:spTree>
    <p:extLst>
      <p:ext uri="{BB962C8B-B14F-4D97-AF65-F5344CB8AC3E}">
        <p14:creationId xmlns:p14="http://schemas.microsoft.com/office/powerpoint/2010/main" val="1588742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2026-06-03T13:28:02.9460000Z</dcterms:created>
  <dcterms:modified xsi:type="dcterms:W3CDTF">2026-06-03T13:28:02.9460000Z</dcterms:modified>
</coreProperties>
</file>