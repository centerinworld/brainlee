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pplications/stock_dashboard/outputs/manual-20260603-kai-template/presentations/kai-template/assets/kai_template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60152" y="109728"/>
            <a:ext cx="1389888" cy="25603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i="1" dirty="0">
                <a:solidFill>
                  <a:srgbClr val="0B1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TEAM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10424160" y="374904"/>
            <a:ext cx="1307592" cy="23774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8D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KAI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KAI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 16:9 Template</dc:title>
  <dc:subject>KAI template</dc:subject>
  <dc:creator>OpenAI Codex</dc:creator>
  <cp:lastModifiedBy>OpenAI Codex</cp:lastModifiedBy>
  <cp:revision>1</cp:revision>
  <dcterms:created xsi:type="dcterms:W3CDTF">2026-06-03T13:34:03Z</dcterms:created>
  <dcterms:modified xsi:type="dcterms:W3CDTF">2026-06-03T13:34:03Z</dcterms:modified>
</cp:coreProperties>
</file>